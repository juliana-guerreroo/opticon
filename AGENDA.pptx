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745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0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743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364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4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26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052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41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01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3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570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404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eb of dots connected">
            <a:extLst>
              <a:ext uri="{FF2B5EF4-FFF2-40B4-BE49-F238E27FC236}">
                <a16:creationId xmlns:a16="http://schemas.microsoft.com/office/drawing/2014/main" id="{5F2072BC-B41E-3F47-570A-33A608D424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20443"/>
          <a:stretch/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8F4435-AAE2-8BED-A0C8-4EEECCEB0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6686" y="257646"/>
            <a:ext cx="5758628" cy="420780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s-419" sz="6700" dirty="0">
                <a:solidFill>
                  <a:srgbClr val="FFFFFF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AGENDA</a:t>
            </a:r>
            <a:r>
              <a:rPr lang="es-419" sz="1800" dirty="0">
                <a:solidFill>
                  <a:srgbClr val="FFFFFF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.</a:t>
            </a:r>
            <a:br>
              <a:rPr lang="es-419" sz="1800" dirty="0">
                <a:solidFill>
                  <a:srgbClr val="FFFFFF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s-419" sz="1800" dirty="0">
                <a:solidFill>
                  <a:srgbClr val="FFFFFF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s-419" sz="1800" dirty="0">
                <a:solidFill>
                  <a:srgbClr val="FFFFFF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endParaRPr lang="es-ES" sz="1800" dirty="0">
              <a:solidFill>
                <a:srgbClr val="FFFFFF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47FA192-DA4B-3D87-5657-C98CB71AA3C6}"/>
              </a:ext>
            </a:extLst>
          </p:cNvPr>
          <p:cNvSpPr txBox="1"/>
          <p:nvPr/>
        </p:nvSpPr>
        <p:spPr>
          <a:xfrm>
            <a:off x="2419352" y="1367556"/>
            <a:ext cx="7353295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s-419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Requerimientos.</a:t>
            </a:r>
          </a:p>
          <a:p>
            <a:pPr marL="342900" indent="-342900">
              <a:buAutoNum type="arabicPeriod"/>
            </a:pPr>
            <a:r>
              <a:rPr lang="es-419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Tecnologías usadas para </a:t>
            </a:r>
            <a:r>
              <a:rPr lang="es-419" sz="28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opticon</a:t>
            </a:r>
            <a:r>
              <a:rPr lang="es-419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s-419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Ultimas cosas que se desarrollaron:</a:t>
            </a:r>
          </a:p>
          <a:p>
            <a:r>
              <a:rPr lang="es-419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- Reuniones de formulas web/</a:t>
            </a:r>
            <a:r>
              <a:rPr lang="es-419" sz="28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opticon</a:t>
            </a:r>
            <a:r>
              <a:rPr lang="es-419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r>
              <a:rPr lang="es-419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- Uso de toda la información.</a:t>
            </a:r>
          </a:p>
          <a:p>
            <a:r>
              <a:rPr lang="es-419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- Diseño de una base de datos.</a:t>
            </a:r>
          </a:p>
          <a:p>
            <a:r>
              <a:rPr lang="es-419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- Pruebas Realizadas.</a:t>
            </a:r>
          </a:p>
          <a:p>
            <a:r>
              <a:rPr lang="es-419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   - Documentos de variables.</a:t>
            </a:r>
          </a:p>
          <a:p>
            <a:r>
              <a:rPr lang="es-419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   Bloqueantes presentes. </a:t>
            </a:r>
          </a:p>
          <a:p>
            <a:r>
              <a:rPr lang="es-419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	</a:t>
            </a:r>
          </a:p>
          <a:p>
            <a:endParaRPr lang="es-419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buAutoNum type="arabicPeriod"/>
            </a:pPr>
            <a:endParaRPr lang="es-ES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385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61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ADLaM Display</vt:lpstr>
      <vt:lpstr>Arial</vt:lpstr>
      <vt:lpstr>Grandview Display</vt:lpstr>
      <vt:lpstr>DashVTI</vt:lpstr>
      <vt:lpstr>AGENDA.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Chinome Mendez</dc:creator>
  <cp:lastModifiedBy>Santiago Chinome Mendez</cp:lastModifiedBy>
  <cp:revision>2</cp:revision>
  <dcterms:created xsi:type="dcterms:W3CDTF">2025-03-10T19:18:27Z</dcterms:created>
  <dcterms:modified xsi:type="dcterms:W3CDTF">2025-03-11T13:57:18Z</dcterms:modified>
</cp:coreProperties>
</file>